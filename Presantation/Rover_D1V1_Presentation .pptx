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Assignment D1-V1. Planetary rover on a static graph, collecting samples within an energy budget. Two PDDL models: classical and PDDL+.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graph. 4 locations, directed edges. base is start and goal. site-C is farthest: 35 energy via site-A→site-B. Explain what needs to happen: collect each sample separately (one at a time), return to base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slide. Q1: the &gt;= precondition is the key — battery is a hard constraint not a suggestion. Q2: two processes run simultaneously. Idle-drain means even standing still costs charge. The event is world-triggered — the planner cannot control WHEN it fires, only whether the battery lasts long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terminal output. For Q1-P2 emphasise: bat=130 is the EXACT minimum — the planner had no slack. For Q2-P1: show the failure at bat=60, explain the 5-unit idle cost during collection is what kills it. For Q2-P2: show timing is what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The main challenge was the continuous drain calibration — small changes in rates or durations make plans fail. Key insight: Q2 is a fundamentally different model, not just an extension. Limitations show you understand what the model can and cannot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takeaways. Keep it short — 1 sentence each.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972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2801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4630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6459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0116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1945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3774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5603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7432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1089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2918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8404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0233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062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891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5720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9377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./rover --mission D1-V1 --mode pddl+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111556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Planetary Rover</a:t>
            </a:r>
            <a:endParaRPr lang="en-US" sz="7000" dirty="0"/>
          </a:p>
        </p:txBody>
      </p:sp>
      <p:sp>
        <p:nvSpPr>
          <p:cNvPr id="32" name="Shape 30"/>
          <p:cNvSpPr/>
          <p:nvPr/>
        </p:nvSpPr>
        <p:spPr>
          <a:xfrm>
            <a:off x="502920" y="2331720"/>
            <a:ext cx="365760" cy="47548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Rover  ·  Static Environment  ·  PDDL &amp; PDDL+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0" y="4041648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114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4343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053328" y="4041648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4114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53328" y="4343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77456" y="4041648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7456" y="4114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77456" y="4343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101584" y="4041648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01584" y="4114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01584" y="4343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AI4Ro2 — Artificial Intelligence for Robotics 2  ·  University of Genova  ·  2025-26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//  problem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Domain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2471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2471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2471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101852"/>
            <a:ext cx="3337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scenario.pddl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wheeled rover on a planetary surface.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a finite directed graph of locations.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base — must collect samples &amp; return.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costs battery. Capacity is limited.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fully static — known in advance.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&amp; Predicates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493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49300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location,  sample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758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7581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at-rover,  connected,  sample-at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4023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0233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carrying,  delivered,  is-base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4288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4288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battery-level,  move-cost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051560"/>
            <a:ext cx="4206240" cy="3794760"/>
          </a:xfrm>
          <a:prstGeom prst="roundRect">
            <a:avLst>
              <a:gd name="adj" fmla="val 24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051560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12471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12471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112471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101852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map.pddl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Directed Graph — 4 locations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2103120"/>
            <a:ext cx="22860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6446520" y="1975104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975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103120"/>
            <a:ext cx="0" cy="1463040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32" name="Shape 30"/>
          <p:cNvSpPr/>
          <p:nvPr/>
        </p:nvSpPr>
        <p:spPr>
          <a:xfrm>
            <a:off x="5303520" y="2706624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7066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2103120"/>
            <a:ext cx="0" cy="1463040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35" name="Shape 33"/>
          <p:cNvSpPr/>
          <p:nvPr/>
        </p:nvSpPr>
        <p:spPr>
          <a:xfrm>
            <a:off x="7589520" y="2706624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7066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3566160"/>
            <a:ext cx="22860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6446520" y="3438144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4381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85232" y="1901952"/>
            <a:ext cx="402336" cy="402336"/>
          </a:xfrm>
          <a:prstGeom prst="ellipse">
            <a:avLst/>
          </a:prstGeom>
          <a:solidFill>
            <a:srgbClr val="E3B341">
              <a:alpha val="80000"/>
            </a:srgbClr>
          </a:solidFill>
          <a:ln w="254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83480" y="2350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71232" y="1901952"/>
            <a:ext cx="402336" cy="402336"/>
          </a:xfrm>
          <a:prstGeom prst="ellipse">
            <a:avLst/>
          </a:prstGeom>
          <a:solidFill>
            <a:srgbClr val="58A6FF">
              <a:alpha val="80000"/>
            </a:srgbClr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69480" y="2350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site-A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85232" y="3364992"/>
            <a:ext cx="402336" cy="402336"/>
          </a:xfrm>
          <a:prstGeom prst="ellipse">
            <a:avLst/>
          </a:prstGeom>
          <a:solidFill>
            <a:srgbClr val="58A6FF">
              <a:alpha val="80000"/>
            </a:srgbClr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983480" y="3813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site-B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71232" y="3364992"/>
            <a:ext cx="402336" cy="402336"/>
          </a:xfrm>
          <a:prstGeom prst="ellipse">
            <a:avLst/>
          </a:prstGeom>
          <a:solidFill>
            <a:srgbClr val="39D353">
              <a:alpha val="80000"/>
            </a:srgbClr>
          </a:solidFill>
          <a:ln w="2540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269480" y="3813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site-C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all samples delivered  ·  rover back at base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//  design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PDDL / PDDL+ Modelling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51960" cy="3794760"/>
          </a:xfrm>
          <a:prstGeom prst="roundRect">
            <a:avLst>
              <a:gd name="adj" fmla="val 24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5196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2471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2471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2471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10185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 domain.pddl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140817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energy is a hard constraint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0934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(:action move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81051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:precondition (and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168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(at-rover ?from)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21284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(connected ?from ?to)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41401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(&gt;= (battery-level)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61518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(move-cost ?from ?to)))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81635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:effect (and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01752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(not (at-rover ?from))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21868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(at-rover ?to)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41985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(decrease (battery-level)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62102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(move-cost ?from ?to))))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82219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02336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3 actions total: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422452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(:action collect-sample ...)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442569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(:action deliver-sample ...)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051560"/>
            <a:ext cx="4069080" cy="3794760"/>
          </a:xfrm>
          <a:prstGeom prst="roundRect">
            <a:avLst>
              <a:gd name="adj" fmla="val 24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051560"/>
            <a:ext cx="406908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12471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12471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112471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101852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 domain_plus.pddl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1408176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10912" y="1499616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58A6FF">
              <a:alpha val="7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1508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97880" y="1481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idle-drain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10912" y="17556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(decrease (battery-level)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(* #t (idle-drain-rate)))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89520" y="1481328"/>
            <a:ext cx="18288" cy="868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160934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— sensors, comms, thermal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2523744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10912" y="2615184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E3B341">
              <a:alpha val="75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2624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97880" y="2596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move-drain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10912" y="28712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(decrease (battery-level)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(* #t (move-drain-rate)))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589520" y="2596896"/>
            <a:ext cx="18288" cy="8686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62672" y="272491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while rover-active flag set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3639312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10912" y="3730752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F85149">
              <a:alpha val="7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7398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897880" y="37124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battery-critical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010912" y="39867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(and (critical-battery)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(not (system-ok)))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589520" y="3712464"/>
            <a:ext cx="18288" cy="8686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62672" y="384048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at threshold — shuts down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//  live demo  /  plan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Output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2471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2471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2471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101852"/>
            <a:ext cx="3337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 problem1_simple  bat=60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14081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plan: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64592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(move base site-a)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88366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bat: 60 -&gt; 50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12140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(collect-sample sample1)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35915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(move site-a base)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59689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bat: 50 -&gt; 40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83464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(deliver-sample sample1)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07238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plan-length: 4  bat-remaining: 40 [OK]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12471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12471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12471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101852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 problem2_nontrivial  bat=130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28032" y="14081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plan (18 steps):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1645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 1 -&gt; sample1 @ site-A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1883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bat: 130 -&gt; 100  (-30)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2121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 2 -&gt; sample2 @ site-B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2359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bat: 100 -&gt; 60   (-40)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596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 3 -&gt; sample3 @ site-C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2834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bat:  60 -&gt;  0   (-60)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30723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bat-remaining: 0  [exact min] [OK]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520440"/>
            <a:ext cx="411480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59359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359359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3570732"/>
            <a:ext cx="3337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 problem1_idle  bat=80 vs 60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8912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bat=60:  critical EVENT at t=23  [FAIL]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" y="4114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bat=80:  plan completes t=26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" y="4370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move(10t) collect(5t idle) move(10t)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912" y="4626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80 -&gt; 50 -&gt; 45 -&gt; 15  [OK]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52044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520440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59359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37760" y="359359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0" y="359359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3570732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 problem2_timing  bat=310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28032" y="3858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trip1(s1): t=0-&gt;38   bat: 310-&gt;176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28032" y="4114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trip2(s2): t=38-&gt;84  bat: 176-&gt;10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28032" y="4370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elapsed: 84t  bat-remaining: 10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28032" y="46268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threshold=5  -&gt;  mission complete [OK]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//  reflection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475488" cy="475488"/>
          </a:xfrm>
          <a:prstGeom prst="ellipse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99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887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Challenge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150876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battery values for Q2. Continuous drain means the exact numbers matter much more than in Q1 — the planner only finds a plan if the budget is sufficient down to the last time unit.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" y="274320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3063240"/>
            <a:ext cx="475488" cy="475488"/>
          </a:xfrm>
          <a:prstGeom prst="ellipse">
            <a:avLst/>
          </a:prstGeom>
          <a:solidFill>
            <a:srgbClr val="F85149">
              <a:alpha val="20000"/>
            </a:srgbClr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0906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8803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Differently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24128" y="320040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recharge action for Q1 and a solar-charging process for Q2. Also explore durative actions to make move time explicit — ENHSP supports this natively.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105156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1371600"/>
            <a:ext cx="475488" cy="475488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3990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58968" y="11887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58968" y="150876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from Q1 to Q2 is not just syntax. It's a different model of reality. In Q1 time doesn't exist — in Q2 every second counts. The critical event makes that concrete.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74320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063240"/>
            <a:ext cx="475488" cy="475488"/>
          </a:xfrm>
          <a:prstGeom prst="ellipse">
            <a:avLst/>
          </a:prstGeom>
          <a:solidFill>
            <a:srgbClr val="8B949E">
              <a:alpha val="20000"/>
            </a:srgbClr>
          </a:solidFill>
          <a:ln w="12700">
            <a:solidFill>
              <a:srgbClr val="8B949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906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28803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58968" y="320040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geometry · no uncertainty · no recharge · single sample capacity · linear drain only · task-motion gap (collect-sample hides instrument deployment)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972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2801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4630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6459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0116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1945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3774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5603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7432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1089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2918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8404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0233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0624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8912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57200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937760"/>
            <a:ext cx="9144000" cy="64008"/>
          </a:xfrm>
          <a:prstGeom prst="rect">
            <a:avLst/>
          </a:prstGeom>
          <a:solidFill>
            <a:srgbClr val="39D353">
              <a:alpha val="3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exit(0)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32" name="Shape 30"/>
          <p:cNvSpPr/>
          <p:nvPr/>
        </p:nvSpPr>
        <p:spPr>
          <a:xfrm>
            <a:off x="274320" y="1298448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" y="14630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1115568" y="1389888"/>
            <a:ext cx="18288" cy="8412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1389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as a hard numeric constraint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61872" y="17373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precondition check on battery-level forces the planner to reason about energy. Changing one number → completely different plan.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2487168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" y="26517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1115568" y="2578608"/>
            <a:ext cx="18288" cy="84124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25786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3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time changes feasibility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61872" y="29260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drain means waiting costs charge. Critical event is a hard deadline. Timing — not just order — decides the plan.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4320" y="3675888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84048" y="38404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</a:t>
            </a:r>
            <a:endParaRPr lang="en-US" sz="3000" dirty="0"/>
          </a:p>
        </p:txBody>
      </p:sp>
      <p:sp>
        <p:nvSpPr>
          <p:cNvPr id="44" name="Shape 42"/>
          <p:cNvSpPr/>
          <p:nvPr/>
        </p:nvSpPr>
        <p:spPr>
          <a:xfrm>
            <a:off x="1115568" y="3767328"/>
            <a:ext cx="18288" cy="84124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61872" y="37673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ENHSP — the right tool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61872" y="4114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numeric-fluents (Q1) and PDDL+ processes &amp; events (Q2). Standard planners cannot handle either.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2026-06-13T20:22:21Z</dcterms:created>
  <dcterms:modified xsi:type="dcterms:W3CDTF">2026-06-13T20:22:21Z</dcterms:modified>
</cp:coreProperties>
</file>